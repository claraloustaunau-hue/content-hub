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6f6fa3a7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6f6fa3a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 Cover">
  <p:cSld name="CUSTOM_12_1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3" y="1"/>
            <a:ext cx="9143997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13"/>
          <p:cNvGrpSpPr/>
          <p:nvPr/>
        </p:nvGrpSpPr>
        <p:grpSpPr>
          <a:xfrm>
            <a:off x="8537300" y="4523049"/>
            <a:ext cx="297300" cy="297300"/>
            <a:chOff x="914400" y="8854098"/>
            <a:chExt cx="594600" cy="594600"/>
          </a:xfrm>
        </p:grpSpPr>
        <p:sp>
          <p:nvSpPr>
            <p:cNvPr id="53" name="Google Shape;53;p13"/>
            <p:cNvSpPr/>
            <p:nvPr/>
          </p:nvSpPr>
          <p:spPr>
            <a:xfrm>
              <a:off x="1083963" y="9084223"/>
              <a:ext cx="237807" cy="134569"/>
            </a:xfrm>
            <a:custGeom>
              <a:rect b="b" l="l" r="r" t="t"/>
              <a:pathLst>
                <a:path extrusionOk="0" h="161160" w="284799">
                  <a:moveTo>
                    <a:pt x="194193" y="0"/>
                  </a:moveTo>
                  <a:cubicBezTo>
                    <a:pt x="194193" y="28480"/>
                    <a:pt x="207311" y="53901"/>
                    <a:pt x="227839" y="70486"/>
                  </a:cubicBezTo>
                  <a:lnTo>
                    <a:pt x="0" y="70486"/>
                  </a:lnTo>
                  <a:lnTo>
                    <a:pt x="0" y="90673"/>
                  </a:lnTo>
                  <a:lnTo>
                    <a:pt x="227839" y="90673"/>
                  </a:lnTo>
                  <a:cubicBezTo>
                    <a:pt x="207311" y="107258"/>
                    <a:pt x="194193" y="132679"/>
                    <a:pt x="194193" y="161159"/>
                  </a:cubicBezTo>
                  <a:lnTo>
                    <a:pt x="214313" y="161159"/>
                  </a:lnTo>
                  <a:cubicBezTo>
                    <a:pt x="214313" y="122212"/>
                    <a:pt x="245851" y="90673"/>
                    <a:pt x="284798" y="90673"/>
                  </a:cubicBezTo>
                  <a:lnTo>
                    <a:pt x="284798" y="70486"/>
                  </a:lnTo>
                  <a:cubicBezTo>
                    <a:pt x="245851" y="70486"/>
                    <a:pt x="214313" y="38947"/>
                    <a:pt x="214313" y="0"/>
                  </a:cubicBezTo>
                  <a:close/>
                </a:path>
              </a:pathLst>
            </a:custGeom>
            <a:solidFill>
              <a:srgbClr val="59A9FF"/>
            </a:solidFill>
            <a:ln>
              <a:noFill/>
            </a:ln>
          </p:spPr>
          <p:txBody>
            <a:bodyPr anchorCtr="0" anchor="ctr" bIns="36425" lIns="36425" spcFirstLastPara="1" rIns="36425" wrap="square" tIns="36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914400" y="8854098"/>
              <a:ext cx="594600" cy="594600"/>
            </a:xfrm>
            <a:prstGeom prst="ellipse">
              <a:avLst/>
            </a:prstGeom>
            <a:noFill/>
            <a:ln cap="flat" cmpd="sng" w="9525">
              <a:solidFill>
                <a:srgbClr val="59A9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425" lIns="36425" spcFirstLastPara="1" rIns="36425" wrap="square" tIns="36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/>
            </a:p>
          </p:txBody>
        </p:sp>
      </p:grpSp>
      <p:grpSp>
        <p:nvGrpSpPr>
          <p:cNvPr id="55" name="Google Shape;55;p13"/>
          <p:cNvGrpSpPr/>
          <p:nvPr/>
        </p:nvGrpSpPr>
        <p:grpSpPr>
          <a:xfrm>
            <a:off x="7071439" y="4562150"/>
            <a:ext cx="1278749" cy="216004"/>
            <a:chOff x="238125" y="2240775"/>
            <a:chExt cx="7135875" cy="1206725"/>
          </a:xfrm>
        </p:grpSpPr>
        <p:sp>
          <p:nvSpPr>
            <p:cNvPr id="56" name="Google Shape;56;p13"/>
            <p:cNvSpPr/>
            <p:nvPr/>
          </p:nvSpPr>
          <p:spPr>
            <a:xfrm>
              <a:off x="2164500" y="2348250"/>
              <a:ext cx="5209500" cy="776150"/>
            </a:xfrm>
            <a:custGeom>
              <a:rect b="b" l="l" r="r" t="t"/>
              <a:pathLst>
                <a:path extrusionOk="0" h="31046" w="208380">
                  <a:moveTo>
                    <a:pt x="17563" y="1"/>
                  </a:moveTo>
                  <a:cubicBezTo>
                    <a:pt x="15887" y="1"/>
                    <a:pt x="14527" y="1361"/>
                    <a:pt x="14527" y="3037"/>
                  </a:cubicBezTo>
                  <a:cubicBezTo>
                    <a:pt x="14527" y="4713"/>
                    <a:pt x="15887" y="6074"/>
                    <a:pt x="17563" y="6074"/>
                  </a:cubicBezTo>
                  <a:cubicBezTo>
                    <a:pt x="19240" y="6074"/>
                    <a:pt x="20600" y="4713"/>
                    <a:pt x="20600" y="3037"/>
                  </a:cubicBezTo>
                  <a:cubicBezTo>
                    <a:pt x="20600" y="1361"/>
                    <a:pt x="19240" y="1"/>
                    <a:pt x="17563" y="1"/>
                  </a:cubicBezTo>
                  <a:close/>
                  <a:moveTo>
                    <a:pt x="33596" y="12875"/>
                  </a:moveTo>
                  <a:cubicBezTo>
                    <a:pt x="34689" y="12875"/>
                    <a:pt x="35710" y="13167"/>
                    <a:pt x="36511" y="13701"/>
                  </a:cubicBezTo>
                  <a:cubicBezTo>
                    <a:pt x="37313" y="14260"/>
                    <a:pt x="37896" y="15013"/>
                    <a:pt x="38236" y="15961"/>
                  </a:cubicBezTo>
                  <a:cubicBezTo>
                    <a:pt x="38406" y="16398"/>
                    <a:pt x="38503" y="16859"/>
                    <a:pt x="38528" y="17345"/>
                  </a:cubicBezTo>
                  <a:lnTo>
                    <a:pt x="28422" y="17345"/>
                  </a:lnTo>
                  <a:cubicBezTo>
                    <a:pt x="28519" y="16884"/>
                    <a:pt x="28641" y="16446"/>
                    <a:pt x="28811" y="16058"/>
                  </a:cubicBezTo>
                  <a:cubicBezTo>
                    <a:pt x="29248" y="15013"/>
                    <a:pt x="29880" y="14236"/>
                    <a:pt x="30730" y="13677"/>
                  </a:cubicBezTo>
                  <a:lnTo>
                    <a:pt x="30730" y="13701"/>
                  </a:lnTo>
                  <a:cubicBezTo>
                    <a:pt x="31556" y="13143"/>
                    <a:pt x="32527" y="12875"/>
                    <a:pt x="33596" y="12875"/>
                  </a:cubicBezTo>
                  <a:close/>
                  <a:moveTo>
                    <a:pt x="198225" y="12875"/>
                  </a:moveTo>
                  <a:cubicBezTo>
                    <a:pt x="199318" y="12875"/>
                    <a:pt x="200338" y="13167"/>
                    <a:pt x="201140" y="13701"/>
                  </a:cubicBezTo>
                  <a:cubicBezTo>
                    <a:pt x="201942" y="14260"/>
                    <a:pt x="202525" y="15013"/>
                    <a:pt x="202865" y="15961"/>
                  </a:cubicBezTo>
                  <a:cubicBezTo>
                    <a:pt x="203035" y="16398"/>
                    <a:pt x="203132" y="16859"/>
                    <a:pt x="203156" y="17345"/>
                  </a:cubicBezTo>
                  <a:lnTo>
                    <a:pt x="193051" y="17345"/>
                  </a:lnTo>
                  <a:cubicBezTo>
                    <a:pt x="193148" y="16884"/>
                    <a:pt x="193269" y="16446"/>
                    <a:pt x="193439" y="16058"/>
                  </a:cubicBezTo>
                  <a:cubicBezTo>
                    <a:pt x="193877" y="15013"/>
                    <a:pt x="194508" y="14236"/>
                    <a:pt x="195359" y="13677"/>
                  </a:cubicBezTo>
                  <a:lnTo>
                    <a:pt x="195359" y="13701"/>
                  </a:lnTo>
                  <a:cubicBezTo>
                    <a:pt x="196184" y="13143"/>
                    <a:pt x="197156" y="12875"/>
                    <a:pt x="198225" y="12875"/>
                  </a:cubicBezTo>
                  <a:close/>
                  <a:moveTo>
                    <a:pt x="79946" y="13361"/>
                  </a:moveTo>
                  <a:cubicBezTo>
                    <a:pt x="81088" y="13361"/>
                    <a:pt x="82157" y="13628"/>
                    <a:pt x="83055" y="14187"/>
                  </a:cubicBezTo>
                  <a:cubicBezTo>
                    <a:pt x="83954" y="14746"/>
                    <a:pt x="84659" y="15499"/>
                    <a:pt x="85169" y="16495"/>
                  </a:cubicBezTo>
                  <a:cubicBezTo>
                    <a:pt x="85679" y="17491"/>
                    <a:pt x="85946" y="18584"/>
                    <a:pt x="85946" y="19823"/>
                  </a:cubicBezTo>
                  <a:cubicBezTo>
                    <a:pt x="85946" y="21062"/>
                    <a:pt x="85679" y="22228"/>
                    <a:pt x="85169" y="23200"/>
                  </a:cubicBezTo>
                  <a:cubicBezTo>
                    <a:pt x="84659" y="24171"/>
                    <a:pt x="83954" y="24924"/>
                    <a:pt x="83055" y="25483"/>
                  </a:cubicBezTo>
                  <a:cubicBezTo>
                    <a:pt x="82157" y="26042"/>
                    <a:pt x="81112" y="26309"/>
                    <a:pt x="79946" y="26309"/>
                  </a:cubicBezTo>
                  <a:cubicBezTo>
                    <a:pt x="78756" y="26309"/>
                    <a:pt x="77735" y="26042"/>
                    <a:pt x="76812" y="25483"/>
                  </a:cubicBezTo>
                  <a:cubicBezTo>
                    <a:pt x="75889" y="24924"/>
                    <a:pt x="75185" y="24171"/>
                    <a:pt x="74675" y="23200"/>
                  </a:cubicBezTo>
                  <a:cubicBezTo>
                    <a:pt x="74140" y="22204"/>
                    <a:pt x="73897" y="21086"/>
                    <a:pt x="73897" y="19823"/>
                  </a:cubicBezTo>
                  <a:cubicBezTo>
                    <a:pt x="73897" y="18560"/>
                    <a:pt x="74140" y="17467"/>
                    <a:pt x="74675" y="16495"/>
                  </a:cubicBezTo>
                  <a:cubicBezTo>
                    <a:pt x="75185" y="15548"/>
                    <a:pt x="75889" y="14770"/>
                    <a:pt x="76812" y="14211"/>
                  </a:cubicBezTo>
                  <a:cubicBezTo>
                    <a:pt x="77735" y="13653"/>
                    <a:pt x="78780" y="13361"/>
                    <a:pt x="79946" y="13361"/>
                  </a:cubicBezTo>
                  <a:close/>
                  <a:moveTo>
                    <a:pt x="174103" y="13361"/>
                  </a:moveTo>
                  <a:cubicBezTo>
                    <a:pt x="175245" y="13361"/>
                    <a:pt x="176338" y="13628"/>
                    <a:pt x="177261" y="14211"/>
                  </a:cubicBezTo>
                  <a:cubicBezTo>
                    <a:pt x="178184" y="14770"/>
                    <a:pt x="178913" y="15548"/>
                    <a:pt x="179423" y="16495"/>
                  </a:cubicBezTo>
                  <a:cubicBezTo>
                    <a:pt x="179933" y="17467"/>
                    <a:pt x="180200" y="18560"/>
                    <a:pt x="180200" y="19823"/>
                  </a:cubicBezTo>
                  <a:cubicBezTo>
                    <a:pt x="180200" y="21086"/>
                    <a:pt x="179933" y="22228"/>
                    <a:pt x="179423" y="23200"/>
                  </a:cubicBezTo>
                  <a:cubicBezTo>
                    <a:pt x="178913" y="24171"/>
                    <a:pt x="178184" y="24924"/>
                    <a:pt x="177261" y="25483"/>
                  </a:cubicBezTo>
                  <a:cubicBezTo>
                    <a:pt x="176338" y="26042"/>
                    <a:pt x="175293" y="26309"/>
                    <a:pt x="174103" y="26309"/>
                  </a:cubicBezTo>
                  <a:cubicBezTo>
                    <a:pt x="172937" y="26309"/>
                    <a:pt x="171965" y="26042"/>
                    <a:pt x="171042" y="25483"/>
                  </a:cubicBezTo>
                  <a:cubicBezTo>
                    <a:pt x="170143" y="24924"/>
                    <a:pt x="169439" y="24171"/>
                    <a:pt x="168929" y="23200"/>
                  </a:cubicBezTo>
                  <a:cubicBezTo>
                    <a:pt x="168394" y="22204"/>
                    <a:pt x="168151" y="21086"/>
                    <a:pt x="168151" y="19823"/>
                  </a:cubicBezTo>
                  <a:cubicBezTo>
                    <a:pt x="168151" y="18560"/>
                    <a:pt x="168394" y="17491"/>
                    <a:pt x="168929" y="16495"/>
                  </a:cubicBezTo>
                  <a:cubicBezTo>
                    <a:pt x="169439" y="15499"/>
                    <a:pt x="170143" y="14746"/>
                    <a:pt x="171042" y="14187"/>
                  </a:cubicBezTo>
                  <a:cubicBezTo>
                    <a:pt x="171965" y="13628"/>
                    <a:pt x="172985" y="13361"/>
                    <a:pt x="174103" y="13361"/>
                  </a:cubicBezTo>
                  <a:close/>
                  <a:moveTo>
                    <a:pt x="107906" y="20916"/>
                  </a:moveTo>
                  <a:lnTo>
                    <a:pt x="107906" y="21815"/>
                  </a:lnTo>
                  <a:cubicBezTo>
                    <a:pt x="107906" y="22787"/>
                    <a:pt x="107663" y="23685"/>
                    <a:pt x="107202" y="24487"/>
                  </a:cubicBezTo>
                  <a:cubicBezTo>
                    <a:pt x="106740" y="25313"/>
                    <a:pt x="106109" y="25945"/>
                    <a:pt x="105283" y="26406"/>
                  </a:cubicBezTo>
                  <a:cubicBezTo>
                    <a:pt x="104457" y="26868"/>
                    <a:pt x="103485" y="27111"/>
                    <a:pt x="102416" y="27111"/>
                  </a:cubicBezTo>
                  <a:cubicBezTo>
                    <a:pt x="101566" y="27111"/>
                    <a:pt x="100862" y="26892"/>
                    <a:pt x="100303" y="26455"/>
                  </a:cubicBezTo>
                  <a:cubicBezTo>
                    <a:pt x="99744" y="26017"/>
                    <a:pt x="99453" y="25434"/>
                    <a:pt x="99453" y="24681"/>
                  </a:cubicBezTo>
                  <a:cubicBezTo>
                    <a:pt x="99453" y="23953"/>
                    <a:pt x="99696" y="23297"/>
                    <a:pt x="100206" y="22835"/>
                  </a:cubicBezTo>
                  <a:cubicBezTo>
                    <a:pt x="100692" y="22349"/>
                    <a:pt x="101469" y="22034"/>
                    <a:pt x="102489" y="21839"/>
                  </a:cubicBezTo>
                  <a:lnTo>
                    <a:pt x="107906" y="20916"/>
                  </a:lnTo>
                  <a:close/>
                  <a:moveTo>
                    <a:pt x="3595" y="3037"/>
                  </a:moveTo>
                  <a:lnTo>
                    <a:pt x="3595" y="9110"/>
                  </a:lnTo>
                  <a:lnTo>
                    <a:pt x="0" y="9110"/>
                  </a:lnTo>
                  <a:lnTo>
                    <a:pt x="0" y="13701"/>
                  </a:lnTo>
                  <a:lnTo>
                    <a:pt x="3595" y="13701"/>
                  </a:lnTo>
                  <a:lnTo>
                    <a:pt x="3595" y="30560"/>
                  </a:lnTo>
                  <a:lnTo>
                    <a:pt x="8745" y="30560"/>
                  </a:lnTo>
                  <a:lnTo>
                    <a:pt x="8745" y="13701"/>
                  </a:lnTo>
                  <a:lnTo>
                    <a:pt x="12365" y="13701"/>
                  </a:lnTo>
                  <a:lnTo>
                    <a:pt x="12365" y="9110"/>
                  </a:lnTo>
                  <a:lnTo>
                    <a:pt x="8745" y="9110"/>
                  </a:lnTo>
                  <a:lnTo>
                    <a:pt x="8745" y="3037"/>
                  </a:lnTo>
                  <a:close/>
                  <a:moveTo>
                    <a:pt x="14964" y="9086"/>
                  </a:moveTo>
                  <a:lnTo>
                    <a:pt x="14964" y="30584"/>
                  </a:lnTo>
                  <a:lnTo>
                    <a:pt x="20114" y="30584"/>
                  </a:lnTo>
                  <a:lnTo>
                    <a:pt x="20114" y="9086"/>
                  </a:lnTo>
                  <a:close/>
                  <a:moveTo>
                    <a:pt x="57767" y="8624"/>
                  </a:moveTo>
                  <a:cubicBezTo>
                    <a:pt x="56188" y="8624"/>
                    <a:pt x="54901" y="8964"/>
                    <a:pt x="53759" y="9620"/>
                  </a:cubicBezTo>
                  <a:cubicBezTo>
                    <a:pt x="52860" y="10155"/>
                    <a:pt x="52180" y="10859"/>
                    <a:pt x="51670" y="11734"/>
                  </a:cubicBezTo>
                  <a:lnTo>
                    <a:pt x="51670" y="9086"/>
                  </a:lnTo>
                  <a:lnTo>
                    <a:pt x="46811" y="9086"/>
                  </a:lnTo>
                  <a:lnTo>
                    <a:pt x="46811" y="30584"/>
                  </a:lnTo>
                  <a:lnTo>
                    <a:pt x="51986" y="30584"/>
                  </a:lnTo>
                  <a:lnTo>
                    <a:pt x="51986" y="17977"/>
                  </a:lnTo>
                  <a:cubicBezTo>
                    <a:pt x="51986" y="17029"/>
                    <a:pt x="52180" y="16228"/>
                    <a:pt x="52544" y="15523"/>
                  </a:cubicBezTo>
                  <a:cubicBezTo>
                    <a:pt x="52909" y="14843"/>
                    <a:pt x="53419" y="14309"/>
                    <a:pt x="54075" y="13944"/>
                  </a:cubicBezTo>
                  <a:cubicBezTo>
                    <a:pt x="54755" y="13556"/>
                    <a:pt x="55484" y="13361"/>
                    <a:pt x="56334" y="13361"/>
                  </a:cubicBezTo>
                  <a:cubicBezTo>
                    <a:pt x="57184" y="13361"/>
                    <a:pt x="57961" y="13556"/>
                    <a:pt x="58617" y="13944"/>
                  </a:cubicBezTo>
                  <a:cubicBezTo>
                    <a:pt x="59249" y="14309"/>
                    <a:pt x="59759" y="14843"/>
                    <a:pt x="60123" y="15523"/>
                  </a:cubicBezTo>
                  <a:cubicBezTo>
                    <a:pt x="60488" y="16228"/>
                    <a:pt x="60682" y="17029"/>
                    <a:pt x="60682" y="17977"/>
                  </a:cubicBezTo>
                  <a:lnTo>
                    <a:pt x="60682" y="30584"/>
                  </a:lnTo>
                  <a:lnTo>
                    <a:pt x="65856" y="30584"/>
                  </a:lnTo>
                  <a:lnTo>
                    <a:pt x="65856" y="16762"/>
                  </a:lnTo>
                  <a:cubicBezTo>
                    <a:pt x="65856" y="15159"/>
                    <a:pt x="65516" y="13726"/>
                    <a:pt x="64836" y="12511"/>
                  </a:cubicBezTo>
                  <a:cubicBezTo>
                    <a:pt x="64156" y="11296"/>
                    <a:pt x="63184" y="10325"/>
                    <a:pt x="61970" y="9645"/>
                  </a:cubicBezTo>
                  <a:cubicBezTo>
                    <a:pt x="60731" y="8964"/>
                    <a:pt x="59346" y="8624"/>
                    <a:pt x="57767" y="8624"/>
                  </a:cubicBezTo>
                  <a:close/>
                  <a:moveTo>
                    <a:pt x="128093" y="8624"/>
                  </a:moveTo>
                  <a:cubicBezTo>
                    <a:pt x="126514" y="8624"/>
                    <a:pt x="125227" y="8964"/>
                    <a:pt x="124085" y="9620"/>
                  </a:cubicBezTo>
                  <a:cubicBezTo>
                    <a:pt x="123186" y="10155"/>
                    <a:pt x="122506" y="10859"/>
                    <a:pt x="121996" y="11734"/>
                  </a:cubicBezTo>
                  <a:lnTo>
                    <a:pt x="121996" y="9086"/>
                  </a:lnTo>
                  <a:lnTo>
                    <a:pt x="117137" y="9086"/>
                  </a:lnTo>
                  <a:lnTo>
                    <a:pt x="117137" y="30584"/>
                  </a:lnTo>
                  <a:lnTo>
                    <a:pt x="122312" y="30584"/>
                  </a:lnTo>
                  <a:lnTo>
                    <a:pt x="122312" y="17977"/>
                  </a:lnTo>
                  <a:cubicBezTo>
                    <a:pt x="122312" y="17029"/>
                    <a:pt x="122506" y="16228"/>
                    <a:pt x="122870" y="15523"/>
                  </a:cubicBezTo>
                  <a:cubicBezTo>
                    <a:pt x="123235" y="14843"/>
                    <a:pt x="123745" y="14309"/>
                    <a:pt x="124401" y="13944"/>
                  </a:cubicBezTo>
                  <a:cubicBezTo>
                    <a:pt x="125057" y="13556"/>
                    <a:pt x="125810" y="13361"/>
                    <a:pt x="126660" y="13361"/>
                  </a:cubicBezTo>
                  <a:cubicBezTo>
                    <a:pt x="127510" y="13361"/>
                    <a:pt x="128288" y="13556"/>
                    <a:pt x="128919" y="13944"/>
                  </a:cubicBezTo>
                  <a:cubicBezTo>
                    <a:pt x="129575" y="14309"/>
                    <a:pt x="130085" y="14843"/>
                    <a:pt x="130450" y="15523"/>
                  </a:cubicBezTo>
                  <a:cubicBezTo>
                    <a:pt x="130814" y="16228"/>
                    <a:pt x="131008" y="17029"/>
                    <a:pt x="131008" y="17977"/>
                  </a:cubicBezTo>
                  <a:lnTo>
                    <a:pt x="131008" y="30584"/>
                  </a:lnTo>
                  <a:lnTo>
                    <a:pt x="136183" y="30584"/>
                  </a:lnTo>
                  <a:lnTo>
                    <a:pt x="136183" y="16762"/>
                  </a:lnTo>
                  <a:cubicBezTo>
                    <a:pt x="136183" y="15159"/>
                    <a:pt x="135842" y="13726"/>
                    <a:pt x="135138" y="12511"/>
                  </a:cubicBezTo>
                  <a:lnTo>
                    <a:pt x="135162" y="12511"/>
                  </a:lnTo>
                  <a:cubicBezTo>
                    <a:pt x="134458" y="11296"/>
                    <a:pt x="133510" y="10325"/>
                    <a:pt x="132296" y="9645"/>
                  </a:cubicBezTo>
                  <a:cubicBezTo>
                    <a:pt x="131057" y="8964"/>
                    <a:pt x="129672" y="8624"/>
                    <a:pt x="128093" y="8624"/>
                  </a:cubicBezTo>
                  <a:close/>
                  <a:moveTo>
                    <a:pt x="33596" y="8624"/>
                  </a:moveTo>
                  <a:cubicBezTo>
                    <a:pt x="31604" y="8624"/>
                    <a:pt x="29782" y="9110"/>
                    <a:pt x="28179" y="10082"/>
                  </a:cubicBezTo>
                  <a:cubicBezTo>
                    <a:pt x="26552" y="11054"/>
                    <a:pt x="25264" y="12365"/>
                    <a:pt x="24341" y="14041"/>
                  </a:cubicBezTo>
                  <a:cubicBezTo>
                    <a:pt x="23418" y="15718"/>
                    <a:pt x="22932" y="17637"/>
                    <a:pt x="22932" y="19799"/>
                  </a:cubicBezTo>
                  <a:cubicBezTo>
                    <a:pt x="22932" y="21961"/>
                    <a:pt x="23394" y="23758"/>
                    <a:pt x="24317" y="25483"/>
                  </a:cubicBezTo>
                  <a:cubicBezTo>
                    <a:pt x="25240" y="27183"/>
                    <a:pt x="26527" y="28544"/>
                    <a:pt x="28179" y="29540"/>
                  </a:cubicBezTo>
                  <a:cubicBezTo>
                    <a:pt x="29855" y="30536"/>
                    <a:pt x="31774" y="31046"/>
                    <a:pt x="33985" y="31046"/>
                  </a:cubicBezTo>
                  <a:cubicBezTo>
                    <a:pt x="35467" y="31046"/>
                    <a:pt x="36827" y="30827"/>
                    <a:pt x="38042" y="30366"/>
                  </a:cubicBezTo>
                  <a:cubicBezTo>
                    <a:pt x="39256" y="29928"/>
                    <a:pt x="40325" y="29297"/>
                    <a:pt x="41224" y="28519"/>
                  </a:cubicBezTo>
                  <a:cubicBezTo>
                    <a:pt x="42123" y="27718"/>
                    <a:pt x="42779" y="26819"/>
                    <a:pt x="43192" y="25799"/>
                  </a:cubicBezTo>
                  <a:lnTo>
                    <a:pt x="39013" y="23734"/>
                  </a:lnTo>
                  <a:cubicBezTo>
                    <a:pt x="38528" y="24584"/>
                    <a:pt x="37872" y="25264"/>
                    <a:pt x="37046" y="25750"/>
                  </a:cubicBezTo>
                  <a:cubicBezTo>
                    <a:pt x="36220" y="26260"/>
                    <a:pt x="35224" y="26503"/>
                    <a:pt x="34034" y="26503"/>
                  </a:cubicBezTo>
                  <a:cubicBezTo>
                    <a:pt x="32843" y="26503"/>
                    <a:pt x="31799" y="26236"/>
                    <a:pt x="30900" y="25677"/>
                  </a:cubicBezTo>
                  <a:cubicBezTo>
                    <a:pt x="29977" y="25119"/>
                    <a:pt x="29297" y="24341"/>
                    <a:pt x="28835" y="23321"/>
                  </a:cubicBezTo>
                  <a:cubicBezTo>
                    <a:pt x="28568" y="22714"/>
                    <a:pt x="28373" y="22034"/>
                    <a:pt x="28301" y="21280"/>
                  </a:cubicBezTo>
                  <a:lnTo>
                    <a:pt x="43775" y="21280"/>
                  </a:lnTo>
                  <a:cubicBezTo>
                    <a:pt x="43896" y="21013"/>
                    <a:pt x="43969" y="20649"/>
                    <a:pt x="43993" y="20260"/>
                  </a:cubicBezTo>
                  <a:cubicBezTo>
                    <a:pt x="44042" y="19872"/>
                    <a:pt x="44066" y="19483"/>
                    <a:pt x="44066" y="19118"/>
                  </a:cubicBezTo>
                  <a:cubicBezTo>
                    <a:pt x="44066" y="17661"/>
                    <a:pt x="43823" y="16325"/>
                    <a:pt x="43338" y="15062"/>
                  </a:cubicBezTo>
                  <a:lnTo>
                    <a:pt x="43338" y="15062"/>
                  </a:lnTo>
                  <a:lnTo>
                    <a:pt x="43362" y="15086"/>
                  </a:lnTo>
                  <a:cubicBezTo>
                    <a:pt x="42876" y="13823"/>
                    <a:pt x="42196" y="12705"/>
                    <a:pt x="41297" y="11734"/>
                  </a:cubicBezTo>
                  <a:cubicBezTo>
                    <a:pt x="40398" y="10762"/>
                    <a:pt x="39329" y="10009"/>
                    <a:pt x="38042" y="9450"/>
                  </a:cubicBezTo>
                  <a:cubicBezTo>
                    <a:pt x="36754" y="8892"/>
                    <a:pt x="35297" y="8624"/>
                    <a:pt x="33596" y="8624"/>
                  </a:cubicBezTo>
                  <a:close/>
                  <a:moveTo>
                    <a:pt x="85946" y="1021"/>
                  </a:moveTo>
                  <a:lnTo>
                    <a:pt x="85946" y="11272"/>
                  </a:lnTo>
                  <a:cubicBezTo>
                    <a:pt x="85315" y="10592"/>
                    <a:pt x="84586" y="10033"/>
                    <a:pt x="83711" y="9596"/>
                  </a:cubicBezTo>
                  <a:cubicBezTo>
                    <a:pt x="82424" y="8940"/>
                    <a:pt x="80966" y="8624"/>
                    <a:pt x="79339" y="8624"/>
                  </a:cubicBezTo>
                  <a:cubicBezTo>
                    <a:pt x="77298" y="8624"/>
                    <a:pt x="75476" y="9110"/>
                    <a:pt x="73824" y="10130"/>
                  </a:cubicBezTo>
                  <a:cubicBezTo>
                    <a:pt x="72172" y="11126"/>
                    <a:pt x="70885" y="12462"/>
                    <a:pt x="69938" y="14139"/>
                  </a:cubicBezTo>
                  <a:cubicBezTo>
                    <a:pt x="68990" y="15839"/>
                    <a:pt x="68529" y="17734"/>
                    <a:pt x="68529" y="19823"/>
                  </a:cubicBezTo>
                  <a:cubicBezTo>
                    <a:pt x="68529" y="21936"/>
                    <a:pt x="68990" y="23807"/>
                    <a:pt x="69938" y="25507"/>
                  </a:cubicBezTo>
                  <a:cubicBezTo>
                    <a:pt x="70885" y="27232"/>
                    <a:pt x="72172" y="28568"/>
                    <a:pt x="73800" y="29564"/>
                  </a:cubicBezTo>
                  <a:cubicBezTo>
                    <a:pt x="75452" y="30560"/>
                    <a:pt x="77298" y="31046"/>
                    <a:pt x="79387" y="31046"/>
                  </a:cubicBezTo>
                  <a:cubicBezTo>
                    <a:pt x="80918" y="31046"/>
                    <a:pt x="82375" y="30730"/>
                    <a:pt x="83687" y="30123"/>
                  </a:cubicBezTo>
                  <a:cubicBezTo>
                    <a:pt x="84683" y="29637"/>
                    <a:pt x="85533" y="29005"/>
                    <a:pt x="86213" y="28204"/>
                  </a:cubicBezTo>
                  <a:lnTo>
                    <a:pt x="86213" y="30560"/>
                  </a:lnTo>
                  <a:lnTo>
                    <a:pt x="91096" y="30560"/>
                  </a:lnTo>
                  <a:lnTo>
                    <a:pt x="91096" y="1021"/>
                  </a:lnTo>
                  <a:close/>
                  <a:moveTo>
                    <a:pt x="104165" y="8624"/>
                  </a:moveTo>
                  <a:cubicBezTo>
                    <a:pt x="102708" y="8624"/>
                    <a:pt x="101372" y="8867"/>
                    <a:pt x="100133" y="9329"/>
                  </a:cubicBezTo>
                  <a:cubicBezTo>
                    <a:pt x="98894" y="9815"/>
                    <a:pt x="97825" y="10446"/>
                    <a:pt x="96902" y="11296"/>
                  </a:cubicBezTo>
                  <a:cubicBezTo>
                    <a:pt x="96003" y="12122"/>
                    <a:pt x="95347" y="13094"/>
                    <a:pt x="94910" y="14236"/>
                  </a:cubicBezTo>
                  <a:lnTo>
                    <a:pt x="99137" y="16276"/>
                  </a:lnTo>
                  <a:cubicBezTo>
                    <a:pt x="99526" y="15305"/>
                    <a:pt x="100157" y="14527"/>
                    <a:pt x="101007" y="13920"/>
                  </a:cubicBezTo>
                  <a:cubicBezTo>
                    <a:pt x="101858" y="13337"/>
                    <a:pt x="102854" y="13045"/>
                    <a:pt x="103947" y="13045"/>
                  </a:cubicBezTo>
                  <a:cubicBezTo>
                    <a:pt x="105137" y="13045"/>
                    <a:pt x="106084" y="13361"/>
                    <a:pt x="106813" y="13969"/>
                  </a:cubicBezTo>
                  <a:cubicBezTo>
                    <a:pt x="107542" y="14600"/>
                    <a:pt x="107906" y="15353"/>
                    <a:pt x="107906" y="16276"/>
                  </a:cubicBezTo>
                  <a:lnTo>
                    <a:pt x="107906" y="16981"/>
                  </a:lnTo>
                  <a:lnTo>
                    <a:pt x="101518" y="18025"/>
                  </a:lnTo>
                  <a:cubicBezTo>
                    <a:pt x="99817" y="18293"/>
                    <a:pt x="98432" y="18730"/>
                    <a:pt x="97339" y="19361"/>
                  </a:cubicBezTo>
                  <a:cubicBezTo>
                    <a:pt x="96222" y="19993"/>
                    <a:pt x="95396" y="20770"/>
                    <a:pt x="94886" y="21718"/>
                  </a:cubicBezTo>
                  <a:cubicBezTo>
                    <a:pt x="94351" y="22641"/>
                    <a:pt x="94084" y="23710"/>
                    <a:pt x="94084" y="24900"/>
                  </a:cubicBezTo>
                  <a:cubicBezTo>
                    <a:pt x="94084" y="26066"/>
                    <a:pt x="94400" y="27208"/>
                    <a:pt x="95007" y="28155"/>
                  </a:cubicBezTo>
                  <a:cubicBezTo>
                    <a:pt x="95614" y="29078"/>
                    <a:pt x="96465" y="29807"/>
                    <a:pt x="97558" y="30293"/>
                  </a:cubicBezTo>
                  <a:cubicBezTo>
                    <a:pt x="98675" y="30803"/>
                    <a:pt x="99963" y="31046"/>
                    <a:pt x="101469" y="31046"/>
                  </a:cubicBezTo>
                  <a:cubicBezTo>
                    <a:pt x="102659" y="31046"/>
                    <a:pt x="103728" y="30876"/>
                    <a:pt x="104700" y="30560"/>
                  </a:cubicBezTo>
                  <a:cubicBezTo>
                    <a:pt x="105696" y="30220"/>
                    <a:pt x="106546" y="29758"/>
                    <a:pt x="107323" y="29127"/>
                  </a:cubicBezTo>
                  <a:cubicBezTo>
                    <a:pt x="107615" y="28884"/>
                    <a:pt x="107906" y="28592"/>
                    <a:pt x="108174" y="28301"/>
                  </a:cubicBezTo>
                  <a:lnTo>
                    <a:pt x="108174" y="30584"/>
                  </a:lnTo>
                  <a:lnTo>
                    <a:pt x="113081" y="30584"/>
                  </a:lnTo>
                  <a:lnTo>
                    <a:pt x="113081" y="16276"/>
                  </a:lnTo>
                  <a:cubicBezTo>
                    <a:pt x="113081" y="14746"/>
                    <a:pt x="112692" y="13410"/>
                    <a:pt x="111963" y="12268"/>
                  </a:cubicBezTo>
                  <a:cubicBezTo>
                    <a:pt x="111210" y="11126"/>
                    <a:pt x="110166" y="10228"/>
                    <a:pt x="108805" y="9596"/>
                  </a:cubicBezTo>
                  <a:cubicBezTo>
                    <a:pt x="107469" y="8940"/>
                    <a:pt x="105914" y="8624"/>
                    <a:pt x="104165" y="8624"/>
                  </a:cubicBezTo>
                  <a:close/>
                  <a:moveTo>
                    <a:pt x="139875" y="9086"/>
                  </a:moveTo>
                  <a:lnTo>
                    <a:pt x="139875" y="22131"/>
                  </a:lnTo>
                  <a:cubicBezTo>
                    <a:pt x="139875" y="23880"/>
                    <a:pt x="140264" y="25434"/>
                    <a:pt x="141065" y="26770"/>
                  </a:cubicBezTo>
                  <a:cubicBezTo>
                    <a:pt x="141843" y="28131"/>
                    <a:pt x="142960" y="29175"/>
                    <a:pt x="144393" y="29928"/>
                  </a:cubicBezTo>
                  <a:cubicBezTo>
                    <a:pt x="145827" y="30681"/>
                    <a:pt x="147478" y="31046"/>
                    <a:pt x="149349" y="31046"/>
                  </a:cubicBezTo>
                  <a:cubicBezTo>
                    <a:pt x="151268" y="31046"/>
                    <a:pt x="152944" y="30681"/>
                    <a:pt x="154353" y="29928"/>
                  </a:cubicBezTo>
                  <a:cubicBezTo>
                    <a:pt x="155786" y="29175"/>
                    <a:pt x="156904" y="28131"/>
                    <a:pt x="157706" y="26770"/>
                  </a:cubicBezTo>
                  <a:cubicBezTo>
                    <a:pt x="158507" y="25434"/>
                    <a:pt x="158896" y="23880"/>
                    <a:pt x="158896" y="22131"/>
                  </a:cubicBezTo>
                  <a:lnTo>
                    <a:pt x="158896" y="9086"/>
                  </a:lnTo>
                  <a:lnTo>
                    <a:pt x="153746" y="9086"/>
                  </a:lnTo>
                  <a:lnTo>
                    <a:pt x="153746" y="21961"/>
                  </a:lnTo>
                  <a:cubicBezTo>
                    <a:pt x="153746" y="22835"/>
                    <a:pt x="153552" y="23588"/>
                    <a:pt x="153187" y="24244"/>
                  </a:cubicBezTo>
                  <a:cubicBezTo>
                    <a:pt x="152823" y="24924"/>
                    <a:pt x="152313" y="25410"/>
                    <a:pt x="151657" y="25774"/>
                  </a:cubicBezTo>
                  <a:cubicBezTo>
                    <a:pt x="151025" y="26139"/>
                    <a:pt x="150224" y="26309"/>
                    <a:pt x="149398" y="26309"/>
                  </a:cubicBezTo>
                  <a:cubicBezTo>
                    <a:pt x="148547" y="26309"/>
                    <a:pt x="147794" y="26139"/>
                    <a:pt x="147138" y="25774"/>
                  </a:cubicBezTo>
                  <a:cubicBezTo>
                    <a:pt x="146482" y="25410"/>
                    <a:pt x="145972" y="24924"/>
                    <a:pt x="145608" y="24244"/>
                  </a:cubicBezTo>
                  <a:cubicBezTo>
                    <a:pt x="145244" y="23588"/>
                    <a:pt x="145049" y="22835"/>
                    <a:pt x="145049" y="21961"/>
                  </a:cubicBezTo>
                  <a:lnTo>
                    <a:pt x="145049" y="9086"/>
                  </a:lnTo>
                  <a:close/>
                  <a:moveTo>
                    <a:pt x="162977" y="1021"/>
                  </a:moveTo>
                  <a:lnTo>
                    <a:pt x="162977" y="30584"/>
                  </a:lnTo>
                  <a:lnTo>
                    <a:pt x="167835" y="30584"/>
                  </a:lnTo>
                  <a:lnTo>
                    <a:pt x="167835" y="28131"/>
                  </a:lnTo>
                  <a:cubicBezTo>
                    <a:pt x="168516" y="28957"/>
                    <a:pt x="169390" y="29637"/>
                    <a:pt x="170410" y="30123"/>
                  </a:cubicBezTo>
                  <a:cubicBezTo>
                    <a:pt x="171722" y="30730"/>
                    <a:pt x="173155" y="31046"/>
                    <a:pt x="174710" y="31046"/>
                  </a:cubicBezTo>
                  <a:cubicBezTo>
                    <a:pt x="176775" y="31046"/>
                    <a:pt x="178645" y="30560"/>
                    <a:pt x="180273" y="29564"/>
                  </a:cubicBezTo>
                  <a:cubicBezTo>
                    <a:pt x="181901" y="28568"/>
                    <a:pt x="183188" y="27232"/>
                    <a:pt x="184136" y="25507"/>
                  </a:cubicBezTo>
                  <a:cubicBezTo>
                    <a:pt x="185083" y="23807"/>
                    <a:pt x="185569" y="21912"/>
                    <a:pt x="185569" y="19823"/>
                  </a:cubicBezTo>
                  <a:cubicBezTo>
                    <a:pt x="185569" y="17758"/>
                    <a:pt x="185083" y="15839"/>
                    <a:pt x="184111" y="14139"/>
                  </a:cubicBezTo>
                  <a:cubicBezTo>
                    <a:pt x="183164" y="12462"/>
                    <a:pt x="181852" y="11126"/>
                    <a:pt x="180224" y="10130"/>
                  </a:cubicBezTo>
                  <a:cubicBezTo>
                    <a:pt x="178597" y="9110"/>
                    <a:pt x="176775" y="8624"/>
                    <a:pt x="174734" y="8624"/>
                  </a:cubicBezTo>
                  <a:cubicBezTo>
                    <a:pt x="173083" y="8624"/>
                    <a:pt x="171625" y="8940"/>
                    <a:pt x="170362" y="9596"/>
                  </a:cubicBezTo>
                  <a:cubicBezTo>
                    <a:pt x="169512" y="10033"/>
                    <a:pt x="168759" y="10592"/>
                    <a:pt x="168151" y="11272"/>
                  </a:cubicBezTo>
                  <a:lnTo>
                    <a:pt x="168151" y="1021"/>
                  </a:lnTo>
                  <a:close/>
                  <a:moveTo>
                    <a:pt x="197934" y="8624"/>
                  </a:moveTo>
                  <a:cubicBezTo>
                    <a:pt x="195917" y="8624"/>
                    <a:pt x="194120" y="9110"/>
                    <a:pt x="192492" y="10082"/>
                  </a:cubicBezTo>
                  <a:cubicBezTo>
                    <a:pt x="190889" y="11054"/>
                    <a:pt x="189601" y="12365"/>
                    <a:pt x="188678" y="14041"/>
                  </a:cubicBezTo>
                  <a:cubicBezTo>
                    <a:pt x="187731" y="15718"/>
                    <a:pt x="187269" y="17637"/>
                    <a:pt x="187269" y="19799"/>
                  </a:cubicBezTo>
                  <a:cubicBezTo>
                    <a:pt x="187269" y="21961"/>
                    <a:pt x="187731" y="23758"/>
                    <a:pt x="188654" y="25483"/>
                  </a:cubicBezTo>
                  <a:cubicBezTo>
                    <a:pt x="189577" y="27183"/>
                    <a:pt x="190864" y="28544"/>
                    <a:pt x="192516" y="29540"/>
                  </a:cubicBezTo>
                  <a:cubicBezTo>
                    <a:pt x="194168" y="30536"/>
                    <a:pt x="196112" y="31046"/>
                    <a:pt x="198322" y="31046"/>
                  </a:cubicBezTo>
                  <a:cubicBezTo>
                    <a:pt x="199780" y="31046"/>
                    <a:pt x="201140" y="30827"/>
                    <a:pt x="202355" y="30366"/>
                  </a:cubicBezTo>
                  <a:cubicBezTo>
                    <a:pt x="203594" y="29928"/>
                    <a:pt x="204638" y="29297"/>
                    <a:pt x="205537" y="28519"/>
                  </a:cubicBezTo>
                  <a:cubicBezTo>
                    <a:pt x="206436" y="27718"/>
                    <a:pt x="207092" y="26819"/>
                    <a:pt x="207529" y="25799"/>
                  </a:cubicBezTo>
                  <a:lnTo>
                    <a:pt x="203326" y="23734"/>
                  </a:lnTo>
                  <a:cubicBezTo>
                    <a:pt x="202865" y="24584"/>
                    <a:pt x="202209" y="25264"/>
                    <a:pt x="201383" y="25750"/>
                  </a:cubicBezTo>
                  <a:cubicBezTo>
                    <a:pt x="200557" y="26260"/>
                    <a:pt x="199537" y="26503"/>
                    <a:pt x="198347" y="26503"/>
                  </a:cubicBezTo>
                  <a:cubicBezTo>
                    <a:pt x="197180" y="26503"/>
                    <a:pt x="196136" y="26236"/>
                    <a:pt x="195213" y="25677"/>
                  </a:cubicBezTo>
                  <a:cubicBezTo>
                    <a:pt x="194314" y="25119"/>
                    <a:pt x="193634" y="24341"/>
                    <a:pt x="193172" y="23321"/>
                  </a:cubicBezTo>
                  <a:cubicBezTo>
                    <a:pt x="192881" y="22714"/>
                    <a:pt x="192711" y="22034"/>
                    <a:pt x="192638" y="21280"/>
                  </a:cubicBezTo>
                  <a:lnTo>
                    <a:pt x="208112" y="21280"/>
                  </a:lnTo>
                  <a:cubicBezTo>
                    <a:pt x="208209" y="21013"/>
                    <a:pt x="208282" y="20649"/>
                    <a:pt x="208331" y="20260"/>
                  </a:cubicBezTo>
                  <a:cubicBezTo>
                    <a:pt x="208355" y="19872"/>
                    <a:pt x="208379" y="19483"/>
                    <a:pt x="208379" y="19118"/>
                  </a:cubicBezTo>
                  <a:cubicBezTo>
                    <a:pt x="208379" y="17661"/>
                    <a:pt x="208136" y="16325"/>
                    <a:pt x="207675" y="15062"/>
                  </a:cubicBezTo>
                  <a:lnTo>
                    <a:pt x="207675" y="15086"/>
                  </a:lnTo>
                  <a:cubicBezTo>
                    <a:pt x="207213" y="13823"/>
                    <a:pt x="206509" y="12705"/>
                    <a:pt x="205634" y="11734"/>
                  </a:cubicBezTo>
                  <a:cubicBezTo>
                    <a:pt x="204735" y="10762"/>
                    <a:pt x="203642" y="10009"/>
                    <a:pt x="202379" y="9450"/>
                  </a:cubicBezTo>
                  <a:cubicBezTo>
                    <a:pt x="201092" y="8892"/>
                    <a:pt x="199610" y="8624"/>
                    <a:pt x="197934" y="86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38125" y="2240775"/>
              <a:ext cx="1674975" cy="1206725"/>
            </a:xfrm>
            <a:custGeom>
              <a:rect b="b" l="l" r="r" t="t"/>
              <a:pathLst>
                <a:path extrusionOk="0" h="48269" w="66999">
                  <a:moveTo>
                    <a:pt x="42876" y="5369"/>
                  </a:moveTo>
                  <a:cubicBezTo>
                    <a:pt x="53224" y="5369"/>
                    <a:pt x="61629" y="13774"/>
                    <a:pt x="61629" y="24122"/>
                  </a:cubicBezTo>
                  <a:cubicBezTo>
                    <a:pt x="61629" y="34470"/>
                    <a:pt x="53224" y="42900"/>
                    <a:pt x="42876" y="42900"/>
                  </a:cubicBezTo>
                  <a:cubicBezTo>
                    <a:pt x="32527" y="42900"/>
                    <a:pt x="24098" y="34470"/>
                    <a:pt x="24098" y="24122"/>
                  </a:cubicBezTo>
                  <a:lnTo>
                    <a:pt x="18754" y="24122"/>
                  </a:lnTo>
                  <a:cubicBezTo>
                    <a:pt x="18754" y="28859"/>
                    <a:pt x="20114" y="33280"/>
                    <a:pt x="22470" y="37021"/>
                  </a:cubicBezTo>
                  <a:cubicBezTo>
                    <a:pt x="21280" y="37361"/>
                    <a:pt x="20041" y="37531"/>
                    <a:pt x="18778" y="37531"/>
                  </a:cubicBezTo>
                  <a:cubicBezTo>
                    <a:pt x="11369" y="37531"/>
                    <a:pt x="5369" y="31531"/>
                    <a:pt x="5369" y="24122"/>
                  </a:cubicBezTo>
                  <a:cubicBezTo>
                    <a:pt x="5369" y="16737"/>
                    <a:pt x="11369" y="10737"/>
                    <a:pt x="18778" y="10737"/>
                  </a:cubicBezTo>
                  <a:cubicBezTo>
                    <a:pt x="21693" y="10737"/>
                    <a:pt x="24487" y="11660"/>
                    <a:pt x="26819" y="13409"/>
                  </a:cubicBezTo>
                  <a:cubicBezTo>
                    <a:pt x="30220" y="15960"/>
                    <a:pt x="32187" y="19871"/>
                    <a:pt x="32187" y="24122"/>
                  </a:cubicBezTo>
                  <a:lnTo>
                    <a:pt x="37532" y="24122"/>
                  </a:lnTo>
                  <a:cubicBezTo>
                    <a:pt x="37532" y="18510"/>
                    <a:pt x="35102" y="13336"/>
                    <a:pt x="30827" y="9765"/>
                  </a:cubicBezTo>
                  <a:cubicBezTo>
                    <a:pt x="34179" y="6948"/>
                    <a:pt x="38455" y="5369"/>
                    <a:pt x="42876" y="5369"/>
                  </a:cubicBezTo>
                  <a:close/>
                  <a:moveTo>
                    <a:pt x="42852" y="0"/>
                  </a:moveTo>
                  <a:cubicBezTo>
                    <a:pt x="36560" y="0"/>
                    <a:pt x="30560" y="2478"/>
                    <a:pt x="26090" y="6850"/>
                  </a:cubicBezTo>
                  <a:cubicBezTo>
                    <a:pt x="23782" y="5879"/>
                    <a:pt x="21329" y="5369"/>
                    <a:pt x="18778" y="5369"/>
                  </a:cubicBezTo>
                  <a:cubicBezTo>
                    <a:pt x="8429" y="5369"/>
                    <a:pt x="0" y="13774"/>
                    <a:pt x="0" y="24122"/>
                  </a:cubicBezTo>
                  <a:cubicBezTo>
                    <a:pt x="0" y="34470"/>
                    <a:pt x="8429" y="42900"/>
                    <a:pt x="18778" y="42900"/>
                  </a:cubicBezTo>
                  <a:cubicBezTo>
                    <a:pt x="21280" y="42900"/>
                    <a:pt x="23758" y="42390"/>
                    <a:pt x="26066" y="41418"/>
                  </a:cubicBezTo>
                  <a:cubicBezTo>
                    <a:pt x="30414" y="45645"/>
                    <a:pt x="36341" y="48268"/>
                    <a:pt x="42876" y="48268"/>
                  </a:cubicBezTo>
                  <a:cubicBezTo>
                    <a:pt x="56188" y="48268"/>
                    <a:pt x="66998" y="37434"/>
                    <a:pt x="66998" y="24122"/>
                  </a:cubicBezTo>
                  <a:cubicBezTo>
                    <a:pt x="66998" y="10834"/>
                    <a:pt x="56212" y="24"/>
                    <a:pt x="429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761763" y="617056"/>
            <a:ext cx="656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357"/>
              </a:buClr>
              <a:buSzPts val="4000"/>
              <a:buFont typeface="Arial"/>
              <a:buNone/>
            </a:pPr>
            <a:r>
              <a:rPr b="1" lang="es-419" sz="2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Principales iniciativas del Q1</a:t>
            </a:r>
            <a:endParaRPr b="1" i="0" sz="15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 flipH="1" rot="10800000">
            <a:off x="730250" y="2593025"/>
            <a:ext cx="7831800" cy="52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4" name="Google Shape;64;p14"/>
          <p:cNvSpPr txBox="1"/>
          <p:nvPr/>
        </p:nvSpPr>
        <p:spPr>
          <a:xfrm>
            <a:off x="8337321" y="2244790"/>
            <a:ext cx="65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357"/>
              </a:buClr>
              <a:buSzPts val="4000"/>
              <a:buFont typeface="Arial"/>
              <a:buNone/>
            </a:pPr>
            <a:r>
              <a:rPr b="1" lang="es-419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</a:t>
            </a:r>
            <a:endParaRPr b="1" i="0" sz="7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61771" y="2244790"/>
            <a:ext cx="65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357"/>
              </a:buClr>
              <a:buSzPts val="4000"/>
              <a:buFont typeface="Arial"/>
              <a:buNone/>
            </a:pPr>
            <a:r>
              <a:rPr b="1" lang="es-419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ENE</a:t>
            </a:r>
            <a:endParaRPr b="1" i="0" sz="7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